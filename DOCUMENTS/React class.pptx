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Canva Sans Bold" charset="1" panose="020B0803030501040103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0632" y="1515714"/>
            <a:ext cx="15886737" cy="4031259"/>
          </a:xfrm>
          <a:custGeom>
            <a:avLst/>
            <a:gdLst/>
            <a:ahLst/>
            <a:cxnLst/>
            <a:rect r="r" b="b" t="t" l="l"/>
            <a:pathLst>
              <a:path h="4031259" w="15886737">
                <a:moveTo>
                  <a:pt x="0" y="0"/>
                </a:moveTo>
                <a:lnTo>
                  <a:pt x="15886736" y="0"/>
                </a:lnTo>
                <a:lnTo>
                  <a:pt x="15886736" y="4031260"/>
                </a:lnTo>
                <a:lnTo>
                  <a:pt x="0" y="4031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0654" y="710243"/>
            <a:ext cx="16866692" cy="7484595"/>
          </a:xfrm>
          <a:custGeom>
            <a:avLst/>
            <a:gdLst/>
            <a:ahLst/>
            <a:cxnLst/>
            <a:rect r="r" b="b" t="t" l="l"/>
            <a:pathLst>
              <a:path h="7484595" w="16866692">
                <a:moveTo>
                  <a:pt x="0" y="0"/>
                </a:moveTo>
                <a:lnTo>
                  <a:pt x="16866692" y="0"/>
                </a:lnTo>
                <a:lnTo>
                  <a:pt x="16866692" y="7484594"/>
                </a:lnTo>
                <a:lnTo>
                  <a:pt x="0" y="7484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34816" y="778405"/>
            <a:ext cx="11048723" cy="8479895"/>
          </a:xfrm>
          <a:custGeom>
            <a:avLst/>
            <a:gdLst/>
            <a:ahLst/>
            <a:cxnLst/>
            <a:rect r="r" b="b" t="t" l="l"/>
            <a:pathLst>
              <a:path h="8479895" w="11048723">
                <a:moveTo>
                  <a:pt x="0" y="0"/>
                </a:moveTo>
                <a:lnTo>
                  <a:pt x="11048724" y="0"/>
                </a:lnTo>
                <a:lnTo>
                  <a:pt x="11048724" y="8479895"/>
                </a:lnTo>
                <a:lnTo>
                  <a:pt x="0" y="8479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9948" y="548266"/>
            <a:ext cx="11057602" cy="960867"/>
          </a:xfrm>
          <a:custGeom>
            <a:avLst/>
            <a:gdLst/>
            <a:ahLst/>
            <a:cxnLst/>
            <a:rect r="r" b="b" t="t" l="l"/>
            <a:pathLst>
              <a:path h="960867" w="11057602">
                <a:moveTo>
                  <a:pt x="0" y="0"/>
                </a:moveTo>
                <a:lnTo>
                  <a:pt x="11057602" y="0"/>
                </a:lnTo>
                <a:lnTo>
                  <a:pt x="11057602" y="960868"/>
                </a:lnTo>
                <a:lnTo>
                  <a:pt x="0" y="960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6201" y="1509134"/>
            <a:ext cx="16953099" cy="8010339"/>
          </a:xfrm>
          <a:custGeom>
            <a:avLst/>
            <a:gdLst/>
            <a:ahLst/>
            <a:cxnLst/>
            <a:rect r="r" b="b" t="t" l="l"/>
            <a:pathLst>
              <a:path h="8010339" w="16953099">
                <a:moveTo>
                  <a:pt x="0" y="0"/>
                </a:moveTo>
                <a:lnTo>
                  <a:pt x="16953099" y="0"/>
                </a:lnTo>
                <a:lnTo>
                  <a:pt x="16953099" y="8010339"/>
                </a:lnTo>
                <a:lnTo>
                  <a:pt x="0" y="8010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03001"/>
            <a:ext cx="15793039" cy="9080997"/>
          </a:xfrm>
          <a:custGeom>
            <a:avLst/>
            <a:gdLst/>
            <a:ahLst/>
            <a:cxnLst/>
            <a:rect r="r" b="b" t="t" l="l"/>
            <a:pathLst>
              <a:path h="9080997" w="15793039">
                <a:moveTo>
                  <a:pt x="0" y="0"/>
                </a:moveTo>
                <a:lnTo>
                  <a:pt x="15793039" y="0"/>
                </a:lnTo>
                <a:lnTo>
                  <a:pt x="15793039" y="9080998"/>
                </a:lnTo>
                <a:lnTo>
                  <a:pt x="0" y="9080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6874" y="2256250"/>
            <a:ext cx="17440819" cy="7782966"/>
          </a:xfrm>
          <a:custGeom>
            <a:avLst/>
            <a:gdLst/>
            <a:ahLst/>
            <a:cxnLst/>
            <a:rect r="r" b="b" t="t" l="l"/>
            <a:pathLst>
              <a:path h="7782966" w="17440819">
                <a:moveTo>
                  <a:pt x="0" y="0"/>
                </a:moveTo>
                <a:lnTo>
                  <a:pt x="17440819" y="0"/>
                </a:lnTo>
                <a:lnTo>
                  <a:pt x="17440819" y="7782966"/>
                </a:lnTo>
                <a:lnTo>
                  <a:pt x="0" y="778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45534"/>
            <a:ext cx="13879167" cy="815401"/>
          </a:xfrm>
          <a:custGeom>
            <a:avLst/>
            <a:gdLst/>
            <a:ahLst/>
            <a:cxnLst/>
            <a:rect r="r" b="b" t="t" l="l"/>
            <a:pathLst>
              <a:path h="815401" w="13879167">
                <a:moveTo>
                  <a:pt x="0" y="0"/>
                </a:moveTo>
                <a:lnTo>
                  <a:pt x="13879167" y="0"/>
                </a:lnTo>
                <a:lnTo>
                  <a:pt x="13879167" y="815401"/>
                </a:lnTo>
                <a:lnTo>
                  <a:pt x="0" y="8154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8199" y="677016"/>
            <a:ext cx="16436392" cy="9533107"/>
          </a:xfrm>
          <a:custGeom>
            <a:avLst/>
            <a:gdLst/>
            <a:ahLst/>
            <a:cxnLst/>
            <a:rect r="r" b="b" t="t" l="l"/>
            <a:pathLst>
              <a:path h="9533107" w="16436392">
                <a:moveTo>
                  <a:pt x="0" y="0"/>
                </a:moveTo>
                <a:lnTo>
                  <a:pt x="16436392" y="0"/>
                </a:lnTo>
                <a:lnTo>
                  <a:pt x="16436392" y="9533107"/>
                </a:lnTo>
                <a:lnTo>
                  <a:pt x="0" y="95331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5628" y="336498"/>
            <a:ext cx="13686264" cy="838284"/>
          </a:xfrm>
          <a:custGeom>
            <a:avLst/>
            <a:gdLst/>
            <a:ahLst/>
            <a:cxnLst/>
            <a:rect r="r" b="b" t="t" l="l"/>
            <a:pathLst>
              <a:path h="838284" w="13686264">
                <a:moveTo>
                  <a:pt x="0" y="0"/>
                </a:moveTo>
                <a:lnTo>
                  <a:pt x="13686264" y="0"/>
                </a:lnTo>
                <a:lnTo>
                  <a:pt x="13686264" y="838284"/>
                </a:lnTo>
                <a:lnTo>
                  <a:pt x="0" y="838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354403"/>
            <a:ext cx="8094262" cy="8932597"/>
          </a:xfrm>
          <a:custGeom>
            <a:avLst/>
            <a:gdLst/>
            <a:ahLst/>
            <a:cxnLst/>
            <a:rect r="r" b="b" t="t" l="l"/>
            <a:pathLst>
              <a:path h="8932597" w="8094262">
                <a:moveTo>
                  <a:pt x="0" y="0"/>
                </a:moveTo>
                <a:lnTo>
                  <a:pt x="8094262" y="0"/>
                </a:lnTo>
                <a:lnTo>
                  <a:pt x="8094262" y="8932597"/>
                </a:lnTo>
                <a:lnTo>
                  <a:pt x="0" y="8932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42300" y="3215457"/>
            <a:ext cx="8057457" cy="6622387"/>
          </a:xfrm>
          <a:custGeom>
            <a:avLst/>
            <a:gdLst/>
            <a:ahLst/>
            <a:cxnLst/>
            <a:rect r="r" b="b" t="t" l="l"/>
            <a:pathLst>
              <a:path h="6622387" w="8057457">
                <a:moveTo>
                  <a:pt x="0" y="0"/>
                </a:moveTo>
                <a:lnTo>
                  <a:pt x="8057457" y="0"/>
                </a:lnTo>
                <a:lnTo>
                  <a:pt x="8057457" y="6622387"/>
                </a:lnTo>
                <a:lnTo>
                  <a:pt x="0" y="662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26431"/>
            <a:ext cx="11301259" cy="833468"/>
          </a:xfrm>
          <a:custGeom>
            <a:avLst/>
            <a:gdLst/>
            <a:ahLst/>
            <a:cxnLst/>
            <a:rect r="r" b="b" t="t" l="l"/>
            <a:pathLst>
              <a:path h="833468" w="11301259">
                <a:moveTo>
                  <a:pt x="0" y="0"/>
                </a:moveTo>
                <a:lnTo>
                  <a:pt x="11301259" y="0"/>
                </a:lnTo>
                <a:lnTo>
                  <a:pt x="11301259" y="833468"/>
                </a:lnTo>
                <a:lnTo>
                  <a:pt x="0" y="833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283815"/>
            <a:ext cx="16230600" cy="7303770"/>
          </a:xfrm>
          <a:custGeom>
            <a:avLst/>
            <a:gdLst/>
            <a:ahLst/>
            <a:cxnLst/>
            <a:rect r="r" b="b" t="t" l="l"/>
            <a:pathLst>
              <a:path h="7303770" w="16230600">
                <a:moveTo>
                  <a:pt x="0" y="0"/>
                </a:moveTo>
                <a:lnTo>
                  <a:pt x="16230600" y="0"/>
                </a:lnTo>
                <a:lnTo>
                  <a:pt x="16230600" y="7303770"/>
                </a:lnTo>
                <a:lnTo>
                  <a:pt x="0" y="73037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742" y="487954"/>
            <a:ext cx="16699558" cy="9581371"/>
          </a:xfrm>
          <a:custGeom>
            <a:avLst/>
            <a:gdLst/>
            <a:ahLst/>
            <a:cxnLst/>
            <a:rect r="r" b="b" t="t" l="l"/>
            <a:pathLst>
              <a:path h="9581371" w="16699558">
                <a:moveTo>
                  <a:pt x="0" y="0"/>
                </a:moveTo>
                <a:lnTo>
                  <a:pt x="16699558" y="0"/>
                </a:lnTo>
                <a:lnTo>
                  <a:pt x="16699558" y="9581371"/>
                </a:lnTo>
                <a:lnTo>
                  <a:pt x="0" y="95813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3742" y="632033"/>
            <a:ext cx="17744258" cy="9803702"/>
          </a:xfrm>
          <a:custGeom>
            <a:avLst/>
            <a:gdLst/>
            <a:ahLst/>
            <a:cxnLst/>
            <a:rect r="r" b="b" t="t" l="l"/>
            <a:pathLst>
              <a:path h="9803702" w="17744258">
                <a:moveTo>
                  <a:pt x="0" y="0"/>
                </a:moveTo>
                <a:lnTo>
                  <a:pt x="17744258" y="0"/>
                </a:lnTo>
                <a:lnTo>
                  <a:pt x="17744258" y="9803702"/>
                </a:lnTo>
                <a:lnTo>
                  <a:pt x="0" y="9803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8895" y="1905152"/>
            <a:ext cx="15870210" cy="7657377"/>
          </a:xfrm>
          <a:custGeom>
            <a:avLst/>
            <a:gdLst/>
            <a:ahLst/>
            <a:cxnLst/>
            <a:rect r="r" b="b" t="t" l="l"/>
            <a:pathLst>
              <a:path h="7657377" w="15870210">
                <a:moveTo>
                  <a:pt x="0" y="0"/>
                </a:moveTo>
                <a:lnTo>
                  <a:pt x="15870210" y="0"/>
                </a:lnTo>
                <a:lnTo>
                  <a:pt x="15870210" y="7657377"/>
                </a:lnTo>
                <a:lnTo>
                  <a:pt x="0" y="7657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68527"/>
            <a:ext cx="14272513" cy="909873"/>
          </a:xfrm>
          <a:custGeom>
            <a:avLst/>
            <a:gdLst/>
            <a:ahLst/>
            <a:cxnLst/>
            <a:rect r="r" b="b" t="t" l="l"/>
            <a:pathLst>
              <a:path h="909873" w="14272513">
                <a:moveTo>
                  <a:pt x="0" y="0"/>
                </a:moveTo>
                <a:lnTo>
                  <a:pt x="14272513" y="0"/>
                </a:lnTo>
                <a:lnTo>
                  <a:pt x="14272513" y="909873"/>
                </a:lnTo>
                <a:lnTo>
                  <a:pt x="0" y="909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3136" y="563035"/>
            <a:ext cx="16985997" cy="8492998"/>
          </a:xfrm>
          <a:custGeom>
            <a:avLst/>
            <a:gdLst/>
            <a:ahLst/>
            <a:cxnLst/>
            <a:rect r="r" b="b" t="t" l="l"/>
            <a:pathLst>
              <a:path h="8492998" w="16985997">
                <a:moveTo>
                  <a:pt x="0" y="0"/>
                </a:moveTo>
                <a:lnTo>
                  <a:pt x="16985997" y="0"/>
                </a:lnTo>
                <a:lnTo>
                  <a:pt x="16985997" y="8492998"/>
                </a:lnTo>
                <a:lnTo>
                  <a:pt x="0" y="8492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0611" y="2326883"/>
            <a:ext cx="17074471" cy="7406052"/>
          </a:xfrm>
          <a:custGeom>
            <a:avLst/>
            <a:gdLst/>
            <a:ahLst/>
            <a:cxnLst/>
            <a:rect r="r" b="b" t="t" l="l"/>
            <a:pathLst>
              <a:path h="7406052" w="17074471">
                <a:moveTo>
                  <a:pt x="0" y="0"/>
                </a:moveTo>
                <a:lnTo>
                  <a:pt x="17074471" y="0"/>
                </a:lnTo>
                <a:lnTo>
                  <a:pt x="17074471" y="7406052"/>
                </a:lnTo>
                <a:lnTo>
                  <a:pt x="0" y="740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98845"/>
            <a:ext cx="10666589" cy="1059710"/>
          </a:xfrm>
          <a:custGeom>
            <a:avLst/>
            <a:gdLst/>
            <a:ahLst/>
            <a:cxnLst/>
            <a:rect r="r" b="b" t="t" l="l"/>
            <a:pathLst>
              <a:path h="1059710" w="10666589">
                <a:moveTo>
                  <a:pt x="0" y="0"/>
                </a:moveTo>
                <a:lnTo>
                  <a:pt x="10666589" y="0"/>
                </a:lnTo>
                <a:lnTo>
                  <a:pt x="10666589" y="1059710"/>
                </a:lnTo>
                <a:lnTo>
                  <a:pt x="0" y="10597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8759" y="1241717"/>
            <a:ext cx="17142030" cy="8656725"/>
          </a:xfrm>
          <a:custGeom>
            <a:avLst/>
            <a:gdLst/>
            <a:ahLst/>
            <a:cxnLst/>
            <a:rect r="r" b="b" t="t" l="l"/>
            <a:pathLst>
              <a:path h="8656725" w="17142030">
                <a:moveTo>
                  <a:pt x="0" y="0"/>
                </a:moveTo>
                <a:lnTo>
                  <a:pt x="17142030" y="0"/>
                </a:lnTo>
                <a:lnTo>
                  <a:pt x="17142030" y="8656725"/>
                </a:lnTo>
                <a:lnTo>
                  <a:pt x="0" y="8656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94118"/>
            <a:ext cx="11301259" cy="734582"/>
          </a:xfrm>
          <a:custGeom>
            <a:avLst/>
            <a:gdLst/>
            <a:ahLst/>
            <a:cxnLst/>
            <a:rect r="r" b="b" t="t" l="l"/>
            <a:pathLst>
              <a:path h="734582" w="11301259">
                <a:moveTo>
                  <a:pt x="0" y="0"/>
                </a:moveTo>
                <a:lnTo>
                  <a:pt x="11301259" y="0"/>
                </a:lnTo>
                <a:lnTo>
                  <a:pt x="11301259" y="734582"/>
                </a:lnTo>
                <a:lnTo>
                  <a:pt x="0" y="73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4987" y="348498"/>
            <a:ext cx="11253786" cy="960514"/>
          </a:xfrm>
          <a:custGeom>
            <a:avLst/>
            <a:gdLst/>
            <a:ahLst/>
            <a:cxnLst/>
            <a:rect r="r" b="b" t="t" l="l"/>
            <a:pathLst>
              <a:path h="960514" w="11253786">
                <a:moveTo>
                  <a:pt x="0" y="0"/>
                </a:moveTo>
                <a:lnTo>
                  <a:pt x="11253786" y="0"/>
                </a:lnTo>
                <a:lnTo>
                  <a:pt x="11253786" y="960514"/>
                </a:lnTo>
                <a:lnTo>
                  <a:pt x="0" y="960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4987" y="1894470"/>
            <a:ext cx="17324900" cy="7644612"/>
          </a:xfrm>
          <a:custGeom>
            <a:avLst/>
            <a:gdLst/>
            <a:ahLst/>
            <a:cxnLst/>
            <a:rect r="r" b="b" t="t" l="l"/>
            <a:pathLst>
              <a:path h="7644612" w="17324900">
                <a:moveTo>
                  <a:pt x="0" y="0"/>
                </a:moveTo>
                <a:lnTo>
                  <a:pt x="17324900" y="0"/>
                </a:lnTo>
                <a:lnTo>
                  <a:pt x="17324900" y="7644612"/>
                </a:lnTo>
                <a:lnTo>
                  <a:pt x="0" y="7644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6874" y="1930740"/>
            <a:ext cx="16267141" cy="6425521"/>
          </a:xfrm>
          <a:custGeom>
            <a:avLst/>
            <a:gdLst/>
            <a:ahLst/>
            <a:cxnLst/>
            <a:rect r="r" b="b" t="t" l="l"/>
            <a:pathLst>
              <a:path h="6425521" w="16267141">
                <a:moveTo>
                  <a:pt x="0" y="0"/>
                </a:moveTo>
                <a:lnTo>
                  <a:pt x="16267140" y="0"/>
                </a:lnTo>
                <a:lnTo>
                  <a:pt x="16267140" y="6425520"/>
                </a:lnTo>
                <a:lnTo>
                  <a:pt x="0" y="64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5628" y="582590"/>
            <a:ext cx="16593672" cy="9313199"/>
          </a:xfrm>
          <a:custGeom>
            <a:avLst/>
            <a:gdLst/>
            <a:ahLst/>
            <a:cxnLst/>
            <a:rect r="r" b="b" t="t" l="l"/>
            <a:pathLst>
              <a:path h="9313199" w="16593672">
                <a:moveTo>
                  <a:pt x="0" y="0"/>
                </a:moveTo>
                <a:lnTo>
                  <a:pt x="16593672" y="0"/>
                </a:lnTo>
                <a:lnTo>
                  <a:pt x="16593672" y="9313198"/>
                </a:lnTo>
                <a:lnTo>
                  <a:pt x="0" y="931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0452" y="2084233"/>
            <a:ext cx="16498848" cy="7651341"/>
          </a:xfrm>
          <a:custGeom>
            <a:avLst/>
            <a:gdLst/>
            <a:ahLst/>
            <a:cxnLst/>
            <a:rect r="r" b="b" t="t" l="l"/>
            <a:pathLst>
              <a:path h="7651341" w="16498848">
                <a:moveTo>
                  <a:pt x="0" y="0"/>
                </a:moveTo>
                <a:lnTo>
                  <a:pt x="16498848" y="0"/>
                </a:lnTo>
                <a:lnTo>
                  <a:pt x="16498848" y="7651341"/>
                </a:lnTo>
                <a:lnTo>
                  <a:pt x="0" y="7651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0452" y="324734"/>
            <a:ext cx="8383548" cy="1125706"/>
          </a:xfrm>
          <a:custGeom>
            <a:avLst/>
            <a:gdLst/>
            <a:ahLst/>
            <a:cxnLst/>
            <a:rect r="r" b="b" t="t" l="l"/>
            <a:pathLst>
              <a:path h="1125706" w="8383548">
                <a:moveTo>
                  <a:pt x="0" y="0"/>
                </a:moveTo>
                <a:lnTo>
                  <a:pt x="8383548" y="0"/>
                </a:lnTo>
                <a:lnTo>
                  <a:pt x="8383548" y="1125706"/>
                </a:lnTo>
                <a:lnTo>
                  <a:pt x="0" y="11257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4988" y="1771896"/>
            <a:ext cx="17447732" cy="7851480"/>
          </a:xfrm>
          <a:custGeom>
            <a:avLst/>
            <a:gdLst/>
            <a:ahLst/>
            <a:cxnLst/>
            <a:rect r="r" b="b" t="t" l="l"/>
            <a:pathLst>
              <a:path h="7851480" w="17447732">
                <a:moveTo>
                  <a:pt x="0" y="0"/>
                </a:moveTo>
                <a:lnTo>
                  <a:pt x="17447733" y="0"/>
                </a:lnTo>
                <a:lnTo>
                  <a:pt x="17447733" y="7851479"/>
                </a:lnTo>
                <a:lnTo>
                  <a:pt x="0" y="7851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3136" y="474901"/>
            <a:ext cx="11301259" cy="805215"/>
          </a:xfrm>
          <a:custGeom>
            <a:avLst/>
            <a:gdLst/>
            <a:ahLst/>
            <a:cxnLst/>
            <a:rect r="r" b="b" t="t" l="l"/>
            <a:pathLst>
              <a:path h="805215" w="11301259">
                <a:moveTo>
                  <a:pt x="0" y="0"/>
                </a:moveTo>
                <a:lnTo>
                  <a:pt x="11301259" y="0"/>
                </a:lnTo>
                <a:lnTo>
                  <a:pt x="11301259" y="805215"/>
                </a:lnTo>
                <a:lnTo>
                  <a:pt x="0" y="8052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6874" y="1905152"/>
            <a:ext cx="16928991" cy="8168238"/>
          </a:xfrm>
          <a:custGeom>
            <a:avLst/>
            <a:gdLst/>
            <a:ahLst/>
            <a:cxnLst/>
            <a:rect r="r" b="b" t="t" l="l"/>
            <a:pathLst>
              <a:path h="8168238" w="16928991">
                <a:moveTo>
                  <a:pt x="0" y="0"/>
                </a:moveTo>
                <a:lnTo>
                  <a:pt x="16928991" y="0"/>
                </a:lnTo>
                <a:lnTo>
                  <a:pt x="16928991" y="8168239"/>
                </a:lnTo>
                <a:lnTo>
                  <a:pt x="0" y="8168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6874" y="412993"/>
            <a:ext cx="8527126" cy="965815"/>
          </a:xfrm>
          <a:custGeom>
            <a:avLst/>
            <a:gdLst/>
            <a:ahLst/>
            <a:cxnLst/>
            <a:rect r="r" b="b" t="t" l="l"/>
            <a:pathLst>
              <a:path h="965815" w="8527126">
                <a:moveTo>
                  <a:pt x="0" y="0"/>
                </a:moveTo>
                <a:lnTo>
                  <a:pt x="8527126" y="0"/>
                </a:lnTo>
                <a:lnTo>
                  <a:pt x="8527126" y="965814"/>
                </a:lnTo>
                <a:lnTo>
                  <a:pt x="0" y="965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0072" y="1953731"/>
            <a:ext cx="15330646" cy="6074769"/>
          </a:xfrm>
          <a:custGeom>
            <a:avLst/>
            <a:gdLst/>
            <a:ahLst/>
            <a:cxnLst/>
            <a:rect r="r" b="b" t="t" l="l"/>
            <a:pathLst>
              <a:path h="6074769" w="15330646">
                <a:moveTo>
                  <a:pt x="0" y="0"/>
                </a:moveTo>
                <a:lnTo>
                  <a:pt x="15330646" y="0"/>
                </a:lnTo>
                <a:lnTo>
                  <a:pt x="15330646" y="6074769"/>
                </a:lnTo>
                <a:lnTo>
                  <a:pt x="0" y="607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1924" y="703789"/>
            <a:ext cx="11301259" cy="649822"/>
          </a:xfrm>
          <a:custGeom>
            <a:avLst/>
            <a:gdLst/>
            <a:ahLst/>
            <a:cxnLst/>
            <a:rect r="r" b="b" t="t" l="l"/>
            <a:pathLst>
              <a:path h="649822" w="11301259">
                <a:moveTo>
                  <a:pt x="0" y="0"/>
                </a:moveTo>
                <a:lnTo>
                  <a:pt x="11301259" y="0"/>
                </a:lnTo>
                <a:lnTo>
                  <a:pt x="11301259" y="649822"/>
                </a:lnTo>
                <a:lnTo>
                  <a:pt x="0" y="649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5054" y="532130"/>
            <a:ext cx="14485718" cy="580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20806" indent="-710403" lvl="1">
              <a:lnSpc>
                <a:spcPts val="9213"/>
              </a:lnSpc>
              <a:buAutoNum type="arabicPeriod" startAt="1"/>
            </a:pPr>
            <a:r>
              <a:rPr lang="en-US" b="true" sz="658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to access variable </a:t>
            </a:r>
          </a:p>
          <a:p>
            <a:pPr algn="l" marL="1420806" indent="-710403" lvl="1">
              <a:lnSpc>
                <a:spcPts val="9213"/>
              </a:lnSpc>
              <a:buAutoNum type="arabicPeriod" startAt="1"/>
            </a:pPr>
            <a:r>
              <a:rPr lang="en-US" b="true" sz="658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to use condition statement</a:t>
            </a:r>
          </a:p>
          <a:p>
            <a:pPr algn="l" marL="1420806" indent="-710403" lvl="1">
              <a:lnSpc>
                <a:spcPts val="9213"/>
              </a:lnSpc>
              <a:buAutoNum type="arabicPeriod" startAt="1"/>
            </a:pPr>
            <a:r>
              <a:rPr lang="en-US" b="true" sz="658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to write a function</a:t>
            </a:r>
          </a:p>
          <a:p>
            <a:pPr algn="l" marL="1420806" indent="-710403" lvl="1">
              <a:lnSpc>
                <a:spcPts val="9213"/>
              </a:lnSpc>
              <a:buAutoNum type="arabicPeriod" startAt="1"/>
            </a:pPr>
            <a:r>
              <a:rPr lang="en-US" b="true" sz="658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to store variable.</a:t>
            </a:r>
          </a:p>
          <a:p>
            <a:pPr algn="l" marL="1420806" indent="-710403" lvl="1">
              <a:lnSpc>
                <a:spcPts val="9213"/>
              </a:lnSpc>
              <a:buAutoNum type="arabicPeriod" startAt="1"/>
            </a:pPr>
            <a:r>
              <a:rPr lang="en-US" b="true" sz="658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Creating a Card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0583" y="574376"/>
            <a:ext cx="9364952" cy="5286667"/>
          </a:xfrm>
          <a:custGeom>
            <a:avLst/>
            <a:gdLst/>
            <a:ahLst/>
            <a:cxnLst/>
            <a:rect r="r" b="b" t="t" l="l"/>
            <a:pathLst>
              <a:path h="5286667" w="9364952">
                <a:moveTo>
                  <a:pt x="0" y="0"/>
                </a:moveTo>
                <a:lnTo>
                  <a:pt x="9364952" y="0"/>
                </a:lnTo>
                <a:lnTo>
                  <a:pt x="9364952" y="5286667"/>
                </a:lnTo>
                <a:lnTo>
                  <a:pt x="0" y="528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04201"/>
            <a:ext cx="16782084" cy="293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 it when:</a:t>
            </a:r>
          </a:p>
          <a:p>
            <a:pPr algn="l" marL="734167" indent="-367084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You’re creating wrapper, layout, or reusable container components.</a:t>
            </a:r>
          </a:p>
          <a:p>
            <a:pPr algn="l" marL="734167" indent="-367084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 want to wrap content with some consistent structure/styling.</a:t>
            </a:r>
          </a:p>
          <a:p>
            <a:pPr algn="l" marL="734167" indent="-367084" lvl="1">
              <a:lnSpc>
                <a:spcPts val="476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 want to avoid repeating code like headers/footers/boxes multiple times.</a:t>
            </a:r>
          </a:p>
          <a:p>
            <a:pPr algn="l">
              <a:lnSpc>
                <a:spcPts val="4760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DAGkZy4fHf0</dc:identifier>
  <dcterms:modified xsi:type="dcterms:W3CDTF">2011-08-01T06:04:30Z</dcterms:modified>
  <cp:revision>1</cp:revision>
  <dc:title>React class</dc:title>
</cp:coreProperties>
</file>