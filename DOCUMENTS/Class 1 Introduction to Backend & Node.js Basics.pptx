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entury Gothic Paneuropean Bold" charset="1" panose="020B0702020202020204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086289" y="713243"/>
            <a:ext cx="6115422" cy="3146084"/>
          </a:xfrm>
          <a:custGeom>
            <a:avLst/>
            <a:gdLst/>
            <a:ahLst/>
            <a:cxnLst/>
            <a:rect r="r" b="b" t="t" l="l"/>
            <a:pathLst>
              <a:path h="3146084" w="6115422">
                <a:moveTo>
                  <a:pt x="0" y="0"/>
                </a:moveTo>
                <a:lnTo>
                  <a:pt x="6115422" y="0"/>
                </a:lnTo>
                <a:lnTo>
                  <a:pt x="6115422" y="3146084"/>
                </a:lnTo>
                <a:lnTo>
                  <a:pt x="0" y="3146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34754" y="4686670"/>
            <a:ext cx="13018493" cy="116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1"/>
              </a:lnSpc>
            </a:pPr>
            <a:r>
              <a:rPr lang="en-US" b="true" sz="68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BACKEND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002" y="1028700"/>
            <a:ext cx="16023996" cy="7897131"/>
          </a:xfrm>
          <a:custGeom>
            <a:avLst/>
            <a:gdLst/>
            <a:ahLst/>
            <a:cxnLst/>
            <a:rect r="r" b="b" t="t" l="l"/>
            <a:pathLst>
              <a:path h="7897131" w="16023996">
                <a:moveTo>
                  <a:pt x="0" y="0"/>
                </a:moveTo>
                <a:lnTo>
                  <a:pt x="16023996" y="0"/>
                </a:lnTo>
                <a:lnTo>
                  <a:pt x="16023996" y="7897131"/>
                </a:lnTo>
                <a:lnTo>
                  <a:pt x="0" y="789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086289" y="713243"/>
            <a:ext cx="6115422" cy="3146084"/>
          </a:xfrm>
          <a:custGeom>
            <a:avLst/>
            <a:gdLst/>
            <a:ahLst/>
            <a:cxnLst/>
            <a:rect r="r" b="b" t="t" l="l"/>
            <a:pathLst>
              <a:path h="3146084" w="6115422">
                <a:moveTo>
                  <a:pt x="0" y="0"/>
                </a:moveTo>
                <a:lnTo>
                  <a:pt x="6115422" y="0"/>
                </a:lnTo>
                <a:lnTo>
                  <a:pt x="6115422" y="3146084"/>
                </a:lnTo>
                <a:lnTo>
                  <a:pt x="0" y="3146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34754" y="4686670"/>
            <a:ext cx="13018493" cy="238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1"/>
              </a:lnSpc>
            </a:pPr>
            <a:r>
              <a:rPr lang="en-US" b="true" sz="68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CLASS 1: INTRODUCTION TO BACKEND &amp; NODE.JS BASICS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5157"/>
            <a:ext cx="63285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What is Backend?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5157"/>
            <a:ext cx="63285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What is Backend?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198" y="2857948"/>
            <a:ext cx="18288000" cy="378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Definition:</a:t>
            </a:r>
          </a:p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backen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is the server-side part of a web application that handles logic, database interactions, authentication, and communication with the frontend.</a:t>
            </a:r>
          </a:p>
          <a:p>
            <a:pPr algn="l">
              <a:lnSpc>
                <a:spcPts val="60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5834" y="2868433"/>
            <a:ext cx="15479364" cy="398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server is a computer program (or system) that listens for incoming requests (like from a browser or mobile app), processes them, and then sends back a response (like data or a web page).</a:t>
            </a:r>
          </a:p>
          <a:p>
            <a:pPr algn="just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the MERN stack, the server is usually built using Node.js + Express.</a:t>
            </a:r>
          </a:p>
          <a:p>
            <a:pPr algn="just">
              <a:lnSpc>
                <a:spcPts val="532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55834" y="1146631"/>
            <a:ext cx="58260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Server?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8265" y="1360059"/>
            <a:ext cx="12611470" cy="7566882"/>
          </a:xfrm>
          <a:custGeom>
            <a:avLst/>
            <a:gdLst/>
            <a:ahLst/>
            <a:cxnLst/>
            <a:rect r="r" b="b" t="t" l="l"/>
            <a:pathLst>
              <a:path h="7566882" w="12611470">
                <a:moveTo>
                  <a:pt x="0" y="0"/>
                </a:moveTo>
                <a:lnTo>
                  <a:pt x="12611470" y="0"/>
                </a:lnTo>
                <a:lnTo>
                  <a:pt x="12611470" y="7566882"/>
                </a:lnTo>
                <a:lnTo>
                  <a:pt x="0" y="756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5091" y="1215157"/>
            <a:ext cx="59757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What is Node.js?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198" y="2857948"/>
            <a:ext cx="16752243" cy="22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e.js is a JavaScr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ipt runtime built on Chrome's V8 engine that allows you to run JavaScript code outside the browser, primarily for server-side logic.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6972" y="1254598"/>
            <a:ext cx="12132985" cy="8378204"/>
          </a:xfrm>
          <a:custGeom>
            <a:avLst/>
            <a:gdLst/>
            <a:ahLst/>
            <a:cxnLst/>
            <a:rect r="r" b="b" t="t" l="l"/>
            <a:pathLst>
              <a:path h="8378204" w="12132985">
                <a:moveTo>
                  <a:pt x="0" y="0"/>
                </a:moveTo>
                <a:lnTo>
                  <a:pt x="12132986" y="0"/>
                </a:lnTo>
                <a:lnTo>
                  <a:pt x="12132986" y="8378205"/>
                </a:lnTo>
                <a:lnTo>
                  <a:pt x="0" y="8378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28023" y="1650283"/>
            <a:ext cx="794653" cy="648391"/>
            <a:chOff x="0" y="0"/>
            <a:chExt cx="209291" cy="170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291" cy="170770"/>
            </a:xfrm>
            <a:custGeom>
              <a:avLst/>
              <a:gdLst/>
              <a:ahLst/>
              <a:cxnLst/>
              <a:rect r="r" b="b" t="t" l="l"/>
              <a:pathLst>
                <a:path h="170770" w="209291">
                  <a:moveTo>
                    <a:pt x="85385" y="0"/>
                  </a:moveTo>
                  <a:lnTo>
                    <a:pt x="123907" y="0"/>
                  </a:lnTo>
                  <a:cubicBezTo>
                    <a:pt x="171063" y="0"/>
                    <a:pt x="209291" y="38228"/>
                    <a:pt x="209291" y="85385"/>
                  </a:cubicBezTo>
                  <a:lnTo>
                    <a:pt x="209291" y="85385"/>
                  </a:lnTo>
                  <a:cubicBezTo>
                    <a:pt x="209291" y="132542"/>
                    <a:pt x="171063" y="170770"/>
                    <a:pt x="123907" y="170770"/>
                  </a:cubicBezTo>
                  <a:lnTo>
                    <a:pt x="85385" y="170770"/>
                  </a:lnTo>
                  <a:cubicBezTo>
                    <a:pt x="38228" y="170770"/>
                    <a:pt x="0" y="132542"/>
                    <a:pt x="0" y="85385"/>
                  </a:cubicBezTo>
                  <a:lnTo>
                    <a:pt x="0" y="85385"/>
                  </a:lnTo>
                  <a:cubicBezTo>
                    <a:pt x="0" y="38228"/>
                    <a:pt x="38228" y="0"/>
                    <a:pt x="85385" y="0"/>
                  </a:cubicBezTo>
                  <a:close/>
                </a:path>
              </a:pathLst>
            </a:custGeom>
            <a:solidFill>
              <a:srgbClr val="7B757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9291" cy="208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77759"/>
            <a:ext cx="14689976" cy="4834413"/>
          </a:xfrm>
          <a:custGeom>
            <a:avLst/>
            <a:gdLst/>
            <a:ahLst/>
            <a:cxnLst/>
            <a:rect r="r" b="b" t="t" l="l"/>
            <a:pathLst>
              <a:path h="4834413" w="14689976">
                <a:moveTo>
                  <a:pt x="0" y="0"/>
                </a:moveTo>
                <a:lnTo>
                  <a:pt x="14689976" y="0"/>
                </a:lnTo>
                <a:lnTo>
                  <a:pt x="14689976" y="4834413"/>
                </a:lnTo>
                <a:lnTo>
                  <a:pt x="0" y="4834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7616"/>
            <a:ext cx="115871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Setup: Node.js, VS Code, Postman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0033" y="1117649"/>
            <a:ext cx="117743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npm init &amp; CommonJS 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198" y="2857948"/>
            <a:ext cx="16752243" cy="302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Q. What is npm?</a:t>
            </a:r>
          </a:p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npm (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Package Manager) 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used to install libraries and manage dependencies.</a:t>
            </a:r>
          </a:p>
          <a:p>
            <a:pPr algn="l">
              <a:lnSpc>
                <a:spcPts val="602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3272"/>
            <a:ext cx="86584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Built-in Node.js 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08298"/>
            <a:ext cx="49877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fs – File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56405"/>
            <a:ext cx="53080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path – File Paths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4716" y="5867400"/>
            <a:ext cx="87061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 – Create HTTP server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DAGpqQo35GE</dc:identifier>
  <dcterms:modified xsi:type="dcterms:W3CDTF">2011-08-01T06:04:30Z</dcterms:modified>
  <cp:revision>1</cp:revision>
  <dc:title>Class 1: Introduction to Backend &amp; Node.js Basics</dc:title>
</cp:coreProperties>
</file>